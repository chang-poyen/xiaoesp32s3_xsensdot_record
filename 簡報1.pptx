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9"/>
    <p:restoredTop sz="94731"/>
  </p:normalViewPr>
  <p:slideViewPr>
    <p:cSldViewPr snapToGrid="0">
      <p:cViewPr varScale="1">
        <p:scale>
          <a:sx n="139" d="100"/>
          <a:sy n="139" d="100"/>
        </p:scale>
        <p:origin x="15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FE75E-9846-6B34-7381-7E4E2CEC3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F5396E2-F337-9D9A-3AF4-13B238B6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  <a:endParaRPr kumimoji="1"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6E0F15-C6DF-312C-3FF1-A657A9EF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AED2BF-17D2-ECED-E967-35C2D08C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8F39B8-8D13-9859-B513-5C8EC1A7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717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6C4FA2-6703-FB88-DABE-C75E7666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BB823E-171D-8620-6FC6-629717475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5155C0-1625-C5FB-FB54-A1B771E9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B9165A-2660-0539-F20A-9F17F0B1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98C058-3305-5991-FE9E-9EF5F895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157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0B426D-13F9-8B6E-F5C0-52F233F2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339DB6-75B1-2FFB-7962-7E9F28C2F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E3E3F0-3799-CF98-DB88-43E2C687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FBF4F-7209-BFF7-041C-6F500778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848AA5-2316-6A91-0274-0D974BE2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11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AEFB9-9AE4-1B6D-1717-73B1689F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19CD17-B530-3DDF-77F8-AEC6FE5E9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BF12CF-5E90-8210-6B13-E7383A24C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27FF69-BE17-5A03-9ED1-83B1DDDAD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D6D8AF-5E6F-1CB9-452B-C3FF5D162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A54F2E-9999-7A58-15CE-7A86C5D3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76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E79234-9919-48DA-7B88-4FB1B657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E80A0B-FFE5-2B33-F3D9-50D4094E2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D20221-A9A8-2714-E129-62CAD4966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7B4DEE1-5C94-6CB2-7818-EDABD3688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B2C786-98A8-284F-FEB8-3195C85C0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FB32A8-6B78-86DF-9246-40C98C5B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64CCEE2-F13C-2699-1B1F-235F990A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1652A9E-F5E6-36A0-59E9-D8F5C4CF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4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1B97DC-1352-1914-33CE-F727BABD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B59E86-84A3-E02D-F433-391B53D8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773685-9E9B-8AE6-33A6-9EBF73C4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B3A6A3-B6FF-1E13-D622-95958454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054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FB383D-9974-4F7D-D0D2-D2E6BA3E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5C7D79-05FA-8DEE-91E5-51831A2B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19E5CD-FACF-6356-0BB7-76E70F7E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005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E11F88-1EC7-573C-EBD4-0D588C84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55AF5B-E8E1-AA4A-BB49-10D68D368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7FF545-1C19-2B68-DE31-6B5E9B30A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3596F6-A36A-8726-88A9-28B4AEC0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FE52F3-C990-4A48-20BF-9BF84A50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F28F55-76B2-6947-E3B3-6C432FA9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029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87BF2-3653-8275-1925-3A0729B7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D7140F5-DDA4-8BFF-A09A-05EF1995E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860103-127F-E8EB-E571-49F92352C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3373DA-3BD6-BADE-33B0-F89B0F64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574500-B918-759C-24C9-F49F1BAA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158679-CA98-882E-79E8-89E82058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299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61D4FF-193E-E4D6-D2EE-E82A19DC2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06503-C10B-15EC-4D51-5311425DD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CF447F-FFB7-B256-3688-39556F4A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54E7E4-8788-6444-9DF5-907903189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26BC33-0A61-D56D-FEB0-9AF1F7A36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377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B2B871C-7643-73C3-0DB6-1B94FDC3D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2DD129-799A-6C7A-71FF-7A47ED4BE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B05CA8-3C2F-7947-F21B-64BCE9B6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81E9C0-9320-0DB2-7A4B-4B939BD6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8523FB-6BB8-05B2-7D22-4ECDBD25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044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79349A1-51E7-84F1-575C-C8E0DFFC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  <a:endParaRPr kumimoji="1"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536676-D6FB-9D65-A337-4B85D0FF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00559A-2445-85BA-0ABC-56981FAC7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75B77-F235-0E4E-AF2A-853990344BD9}" type="datetimeFigureOut">
              <a:rPr kumimoji="1" lang="zh-CN" altLang="en-US" smtClean="0"/>
              <a:t>2025/12/14</a:t>
            </a:fld>
            <a:endParaRPr kumimoji="1"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78FE6E-7484-5052-332A-82A358548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9949FE-2FC5-0D72-EC35-7C24FF90D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9D358-20E7-EE47-9ECE-4EA4481487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942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2AE960D-87E7-FDBB-78A2-FFA693C165CF}"/>
              </a:ext>
            </a:extLst>
          </p:cNvPr>
          <p:cNvSpPr/>
          <p:nvPr/>
        </p:nvSpPr>
        <p:spPr>
          <a:xfrm>
            <a:off x="3504414" y="691988"/>
            <a:ext cx="2386584" cy="1755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/>
              <a:t>XIAO</a:t>
            </a:r>
            <a:r>
              <a:rPr kumimoji="1" lang="zh-CN" altLang="en-US" dirty="0"/>
              <a:t> </a:t>
            </a:r>
            <a:r>
              <a:rPr kumimoji="1" lang="en-US" altLang="zh-CN" dirty="0"/>
              <a:t>ESP32S3</a:t>
            </a:r>
            <a:r>
              <a:rPr kumimoji="1" lang="zh-CN" altLang="en-US" dirty="0"/>
              <a:t> </a:t>
            </a:r>
            <a:r>
              <a:rPr kumimoji="1" lang="en-US" altLang="zh-CN" dirty="0"/>
              <a:t>Sense</a:t>
            </a:r>
          </a:p>
          <a:p>
            <a:r>
              <a:rPr kumimoji="1" lang="en-US" altLang="zh-CN" dirty="0"/>
              <a:t>500mAh</a:t>
            </a:r>
            <a:r>
              <a:rPr kumimoji="1" lang="zh-CN" altLang="en-US" dirty="0"/>
              <a:t>锂电池</a:t>
            </a:r>
            <a:endParaRPr kumimoji="1" lang="en-US" altLang="zh-CN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4496140-DF1B-EE36-E2C4-FF04E848DC20}"/>
              </a:ext>
            </a:extLst>
          </p:cNvPr>
          <p:cNvCxnSpPr>
            <a:cxnSpLocks/>
          </p:cNvCxnSpPr>
          <p:nvPr/>
        </p:nvCxnSpPr>
        <p:spPr>
          <a:xfrm>
            <a:off x="5870448" y="1577340"/>
            <a:ext cx="1743456" cy="13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01F41D-DC79-6F28-BBAE-81AD1DF56A2E}"/>
              </a:ext>
            </a:extLst>
          </p:cNvPr>
          <p:cNvSpPr txBox="1"/>
          <p:nvPr/>
        </p:nvSpPr>
        <p:spPr>
          <a:xfrm>
            <a:off x="6301004" y="12832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发送命令</a:t>
            </a: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B819D098-8CA7-9D9E-2E28-F6355AD44147}"/>
              </a:ext>
            </a:extLst>
          </p:cNvPr>
          <p:cNvCxnSpPr/>
          <p:nvPr/>
        </p:nvCxnSpPr>
        <p:spPr>
          <a:xfrm flipH="1">
            <a:off x="5870448" y="1780400"/>
            <a:ext cx="1743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C4F8F8-0BCF-8C06-55D7-17764CFE810E}"/>
              </a:ext>
            </a:extLst>
          </p:cNvPr>
          <p:cNvSpPr txBox="1"/>
          <p:nvPr/>
        </p:nvSpPr>
        <p:spPr>
          <a:xfrm>
            <a:off x="6321549" y="183701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回传影像</a:t>
            </a: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62A86068-72B1-1847-6C9C-EEFD5BB38BE5}"/>
              </a:ext>
            </a:extLst>
          </p:cNvPr>
          <p:cNvCxnSpPr/>
          <p:nvPr/>
        </p:nvCxnSpPr>
        <p:spPr>
          <a:xfrm>
            <a:off x="5202936" y="2459736"/>
            <a:ext cx="0" cy="138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4372D09-7C80-32AC-E80A-74606D6DB461}"/>
              </a:ext>
            </a:extLst>
          </p:cNvPr>
          <p:cNvSpPr txBox="1"/>
          <p:nvPr/>
        </p:nvSpPr>
        <p:spPr>
          <a:xfrm>
            <a:off x="5166360" y="29123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发送指令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47CD4E-6326-4820-E985-D13561E52AE2}"/>
              </a:ext>
            </a:extLst>
          </p:cNvPr>
          <p:cNvSpPr txBox="1"/>
          <p:nvPr/>
        </p:nvSpPr>
        <p:spPr>
          <a:xfrm>
            <a:off x="3483864" y="29123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传输惯性数据</a:t>
            </a: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D1C439E3-9608-1CF0-4DF6-02AA1B8A8118}"/>
              </a:ext>
            </a:extLst>
          </p:cNvPr>
          <p:cNvCxnSpPr/>
          <p:nvPr/>
        </p:nvCxnSpPr>
        <p:spPr>
          <a:xfrm flipV="1">
            <a:off x="4974336" y="2459736"/>
            <a:ext cx="0" cy="138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399DC48-487E-32DD-11E9-93EC1CA464E4}"/>
              </a:ext>
            </a:extLst>
          </p:cNvPr>
          <p:cNvSpPr/>
          <p:nvPr/>
        </p:nvSpPr>
        <p:spPr>
          <a:xfrm>
            <a:off x="3337561" y="3849624"/>
            <a:ext cx="2850618" cy="4526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Xsens</a:t>
            </a:r>
            <a:r>
              <a:rPr kumimoji="1" lang="en-US" altLang="zh-CN" dirty="0"/>
              <a:t> Dot</a:t>
            </a:r>
            <a:endParaRPr kumimoji="1" lang="zh-CN" altLang="en-US" dirty="0"/>
          </a:p>
        </p:txBody>
      </p:sp>
      <p:sp>
        <p:nvSpPr>
          <p:cNvPr id="25" name="雲形 24">
            <a:extLst>
              <a:ext uri="{FF2B5EF4-FFF2-40B4-BE49-F238E27FC236}">
                <a16:creationId xmlns:a16="http://schemas.microsoft.com/office/drawing/2014/main" id="{1929D36F-B176-78EC-AEAC-1800367AC10A}"/>
              </a:ext>
            </a:extLst>
          </p:cNvPr>
          <p:cNvSpPr/>
          <p:nvPr/>
        </p:nvSpPr>
        <p:spPr>
          <a:xfrm>
            <a:off x="564666" y="1056132"/>
            <a:ext cx="1499616" cy="106984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多模态大模型</a:t>
            </a: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20D2DF41-E367-0926-45DC-9306521598FF}"/>
              </a:ext>
            </a:extLst>
          </p:cNvPr>
          <p:cNvCxnSpPr/>
          <p:nvPr/>
        </p:nvCxnSpPr>
        <p:spPr>
          <a:xfrm>
            <a:off x="2084832" y="1380744"/>
            <a:ext cx="13990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36ED1B7B-6761-9AFB-7D30-D09BE5EE1109}"/>
              </a:ext>
            </a:extLst>
          </p:cNvPr>
          <p:cNvCxnSpPr/>
          <p:nvPr/>
        </p:nvCxnSpPr>
        <p:spPr>
          <a:xfrm flipH="1">
            <a:off x="1947672" y="1892808"/>
            <a:ext cx="1536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1A25F2A-013E-34CE-1CFA-254ECB54894D}"/>
              </a:ext>
            </a:extLst>
          </p:cNvPr>
          <p:cNvSpPr txBox="1"/>
          <p:nvPr/>
        </p:nvSpPr>
        <p:spPr>
          <a:xfrm>
            <a:off x="1969429" y="843141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1200" dirty="0"/>
              <a:t>依据环境</a:t>
            </a:r>
            <a:r>
              <a:rPr kumimoji="1" lang="zh-CN" altLang="en-US" sz="1200" dirty="0"/>
              <a:t>给出指令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EE7C176-E7F0-B690-3562-605C92ED1613}"/>
              </a:ext>
            </a:extLst>
          </p:cNvPr>
          <p:cNvSpPr txBox="1"/>
          <p:nvPr/>
        </p:nvSpPr>
        <p:spPr>
          <a:xfrm>
            <a:off x="1939912" y="165104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上传视频、惯性数据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B26DE6E-0D60-CE4F-73FD-57408F37BAC6}"/>
              </a:ext>
            </a:extLst>
          </p:cNvPr>
          <p:cNvSpPr txBox="1"/>
          <p:nvPr/>
        </p:nvSpPr>
        <p:spPr>
          <a:xfrm>
            <a:off x="2149578" y="11037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给出评估结果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A6238A2-69A5-2AC3-A713-7735A99B2A6B}"/>
              </a:ext>
            </a:extLst>
          </p:cNvPr>
          <p:cNvSpPr txBox="1"/>
          <p:nvPr/>
        </p:nvSpPr>
        <p:spPr>
          <a:xfrm>
            <a:off x="643125" y="4634329"/>
            <a:ext cx="11356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用户说出开始</a:t>
            </a:r>
            <a:r>
              <a:rPr kumimoji="1" lang="zh-CN" altLang="en-US" dirty="0"/>
              <a:t>（或者实体按键）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摄像机进行场景记录</a:t>
            </a:r>
            <a:r>
              <a:rPr kumimoji="1" lang="en-US" altLang="zh-CN" dirty="0"/>
              <a:t>——&gt;</a:t>
            </a:r>
            <a:r>
              <a:rPr kumimoji="1" lang="zh-CN" altLang="en-US" dirty="0"/>
              <a:t>向云端请求、云端下发方案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测试开始，同步给传感器、相机开始记录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测试结束，影像、传感器数据保存在</a:t>
            </a:r>
            <a:r>
              <a:rPr kumimoji="1" lang="en-US" altLang="zh-CN" dirty="0"/>
              <a:t>esp32</a:t>
            </a:r>
            <a:r>
              <a:rPr kumimoji="1" lang="zh-CN" altLang="en-US" dirty="0"/>
              <a:t>内存卡内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检查数据时间、格式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视频、传感器数据上传云端分析</a:t>
            </a:r>
            <a:r>
              <a:rPr kumimoji="1" lang="en-US" altLang="zh-CN" dirty="0"/>
              <a:t>---&gt;</a:t>
            </a:r>
            <a:r>
              <a:rPr kumimoji="1" lang="zh-CN" altLang="en-US" dirty="0"/>
              <a:t>云端给出评估结果</a:t>
            </a:r>
            <a:endParaRPr kumimoji="1" lang="en-US" altLang="zh-CN" dirty="0"/>
          </a:p>
          <a:p>
            <a:r>
              <a:rPr kumimoji="1" lang="zh-CN" altLang="en-US" dirty="0"/>
              <a:t>评估结果的展现可以是网页形式，或者自动生成</a:t>
            </a:r>
            <a:r>
              <a:rPr kumimoji="1" lang="en-US" altLang="zh-CN" dirty="0"/>
              <a:t>pdf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509D3-1ED5-5530-4FC0-5CBA04DE9AC1}"/>
              </a:ext>
            </a:extLst>
          </p:cNvPr>
          <p:cNvSpPr/>
          <p:nvPr/>
        </p:nvSpPr>
        <p:spPr>
          <a:xfrm>
            <a:off x="7613904" y="1329186"/>
            <a:ext cx="3331464" cy="646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OV2640</a:t>
            </a:r>
            <a:r>
              <a:rPr kumimoji="1" lang="zh-CN" altLang="en-US" dirty="0"/>
              <a:t>或</a:t>
            </a:r>
            <a:r>
              <a:rPr kumimoji="1" lang="en-US" altLang="zh-CN" dirty="0"/>
              <a:t>OV3660(</a:t>
            </a:r>
            <a:r>
              <a:rPr kumimoji="1" lang="zh-CN" altLang="en-US" dirty="0"/>
              <a:t>广角</a:t>
            </a:r>
            <a:r>
              <a:rPr kumimoji="1" lang="en-US" altLang="zh-CN" dirty="0"/>
              <a:t>)</a:t>
            </a:r>
            <a:r>
              <a:rPr kumimoji="1" lang="zh-CN" altLang="en-US" dirty="0"/>
              <a:t>相机</a:t>
            </a:r>
          </a:p>
        </p:txBody>
      </p:sp>
    </p:spTree>
    <p:extLst>
      <p:ext uri="{BB962C8B-B14F-4D97-AF65-F5344CB8AC3E}">
        <p14:creationId xmlns:p14="http://schemas.microsoft.com/office/powerpoint/2010/main" val="97213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126</Words>
  <Application>Microsoft Macintosh PowerPoint</Application>
  <PresentationFormat>寬螢幕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博砚 张</dc:creator>
  <cp:lastModifiedBy>博砚 张</cp:lastModifiedBy>
  <cp:revision>2</cp:revision>
  <dcterms:created xsi:type="dcterms:W3CDTF">2025-12-14T07:15:36Z</dcterms:created>
  <dcterms:modified xsi:type="dcterms:W3CDTF">2025-12-14T09:38:02Z</dcterms:modified>
</cp:coreProperties>
</file>